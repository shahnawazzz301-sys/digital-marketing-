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Budget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C518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bubble3D val="0"/>
            <c:spPr>
              <a:solidFill>
                <a:srgbClr val="D9D9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Meta ads (Rs 1.5L)</c:v>
                </c:pt>
                <c:pt idx="1">
                  <c:v>Influencers (Rs 90K)</c:v>
                </c:pt>
                <c:pt idx="2">
                  <c:v>YouTube (Rs 45K)</c:v>
                </c:pt>
                <c:pt idx="3">
                  <c:v>Creative + tools (Rs 15K)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30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Spend vs revenue by week (Rs 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5C51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2.6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DBD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wordmark box with the official Souled Store logo and add team member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548640"/>
            <a:ext cx="3749040" cy="374904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25880"/>
            <a:ext cx="2103120" cy="2103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F0F0F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SOULED STORE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Souled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Case Study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8862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names here]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The Souled Store?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57200" cy="45720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5905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3258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5453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pop-culture merchandise and casual-wear brand: apparel, footwear, accessories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003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21671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2386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2013, Mumbai. Began as a passion project for TV-show and movie merch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127248"/>
            <a:ext cx="457200" cy="45720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4154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00837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" y="3227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Vedang Patel, Rohin Samtaney, Aditya Sharma and Harsh Lal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968496"/>
            <a:ext cx="457200" cy="45720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82796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38496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1097280" y="4069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licensed fandom merch (Marvel, DC, Disney and more) plus Souled Army loyalty membership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943600" y="13258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943600" y="1435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492 Cr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operating revenue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943600" y="24688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943600" y="2578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+37%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59436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vs FY24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943600" y="36118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943600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$29M+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59436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raised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challenge does the brand face?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 37% to Rs 492 Cr (FY25), but profit fell 38%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paid digital ads keeps acquisition cost high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D2C tee market with constant discount wars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CHALLENGE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(about 1%) on a 2.1M Instagram base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driven by offers more than fandom love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repeat buyers and community, not one-time orders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Souled Store turn followers into a fandom community that buys again, at a lower cost per order?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+ BUYER PERSONA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we talking to?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23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Aarav, 21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part-time intern, Pune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Hangs out on Instagram, YouTube and Netflix. Follows Marvel, anime and cricket pages.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"Mera fandom meri identity hai, par merch mehnga ya boring nahi hona chahiye."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1280160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1280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128016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 years (core 18-24: Gen Z and young millennials)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40480" y="1956816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77640" y="19568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195681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Metros + Tier-2: Mumbai, Delhi, Bengaluru, Pune, Ahmedabad, Surat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840480" y="2633472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77640" y="263347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(EST.)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257800" y="263347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early career; about Rs 0-35K per month (household Rs 6-20 LPA)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840480" y="3310128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977640" y="3310128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331012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scrolls Reels, follows creators, buys on sales and new drops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840480" y="3986784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977640" y="3986784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257800" y="398678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or low-quality merch, sizing doubts, high prices, return worries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stack up?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1554480"/>
                <a:gridCol w="150876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Souled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Bewakoof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Redwolf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 pop-culture casual wear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 fashion, quirky prints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Geek and fandom merch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Trendy men's fashion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(approx.)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499-1,499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399-999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499-1,299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799-2,499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licences, wide range, Souled Army membership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Affordable, high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Fandom-first and indie designs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and premium look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engagement vs 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Discount-led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pop culture, mostly men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720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approximate list ranges; verify on live sites before presenting.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DIGITAL PRESENCE AUDIT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reach, thin conversation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+ App + Stores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468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thesouledstore.com with app, offline stores and Souled Army membership. Offer-heavy banners.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60320" y="128016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97480" y="1417320"/>
            <a:ext cx="502920" cy="50292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154305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~2.1M followers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2468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around 1%. Reels and influencer collabs, but few comments per post.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663440" y="128016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417320"/>
            <a:ext cx="502920" cy="50292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330" y="154305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94960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~100K+ subs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2468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smaller than Instagram. Big gap for Shorts and behind-the-design content.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766560" y="128016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03720" y="1417320"/>
            <a:ext cx="502920" cy="502920"/>
          </a:xfrm>
          <a:prstGeom prst="ellipse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50" y="154305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98080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Ad-led presence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903720" y="2468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used for paid ads and retargeting; low organic community activity.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Insight: the audience is already there. What is missing is conversation, so UGC and community content are the fix.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figures are approximate (HypeAuditor, Aug 2026); check live pages.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 / CAMPAIGN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#FandomFitCheck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Hook: "Tera fandom. Teri fit."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style their favourite licensed tee and post a fit check. Best entries get featured and win merch.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Fit UGC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18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Reposts of customer fit checks and stories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331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+ Collabs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218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licensed launches, creator collabs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Reels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218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style one tee, quick hacks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331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 + Polls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218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 vs DC, quizzes, giveaways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2452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14400" y="4069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+ Stories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560320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4224528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017520" y="4069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663440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4224528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120640" y="4069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retargeting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766560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4224528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223760" y="4069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app push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(10 DAYS)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Sep - 7 Oct 2026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280160"/>
                <a:gridCol w="438912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28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Teaser: "Kaunsa fandom tera?" 15-sec hype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29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poll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Marvel vs DC vs Anime poll to spark replies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30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ways to style one graphic tee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1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Carousel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fan-favourite designs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2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Retarget cart abandoners with free-shipping offer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3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 Reel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Micro-influencer #FandomFitCheck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4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quiz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Fandom trivia, winner gets merch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5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the design: how a licensed tee is made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6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UGC Reel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the best fan fit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7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WhatsApp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Souled Army early access to festive 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+ AD COPY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mockups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463040" cy="2834640"/>
          </a:xfrm>
          <a:prstGeom prst="roundRect">
            <a:avLst>
              <a:gd name="adj" fmla="val 9375"/>
            </a:avLst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280160"/>
            <a:ext cx="1463040" cy="2834640"/>
          </a:xfrm>
          <a:prstGeom prst="roundRect">
            <a:avLst>
              <a:gd name="adj" fmla="val 9375"/>
            </a:avLst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1280160"/>
            <a:ext cx="1463040" cy="2834640"/>
          </a:xfrm>
          <a:prstGeom prst="roundRect">
            <a:avLst>
              <a:gd name="adj" fmla="val 9375"/>
            </a:avLst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89888"/>
            <a:ext cx="1316736" cy="2615184"/>
          </a:xfrm>
          <a:prstGeom prst="rect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600200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FANDOM.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35204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#FandomFitCheck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6272" y="1389888"/>
            <a:ext cx="1316736" cy="2615184"/>
          </a:xfrm>
          <a:prstGeom prst="rect">
            <a:avLst/>
          </a:prstGeom>
          <a:solidFill>
            <a:srgbClr val="8B1E2B"/>
          </a:solidFill>
          <a:ln w="6350">
            <a:solidFill>
              <a:srgbClr val="8B1E2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69164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176272" y="2423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FANDOM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176272" y="35204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&gt;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22192" y="1389888"/>
            <a:ext cx="1316736" cy="2615184"/>
          </a:xfrm>
          <a:prstGeom prst="rect">
            <a:avLst/>
          </a:prstGeom>
          <a:solidFill>
            <a:srgbClr val="3A3A3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22192" y="16002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Marvel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DC?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931920" y="2697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3192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931920" y="32004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cover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74904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poll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0" y="128016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69280" y="141732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Fandom sirf dekhne ka nahi, pehenne ka bhi hai. Apna fit dikhao, @thesouledstore ko tag karo aur jeeto merch.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 Fandom. Teri Fit.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merch, apna style. Free shipping on your first order. CTA: Shop Now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#FandomFitCheck #TheSouledStore #WearYourFandom #SouledArmy #PopCultureIndia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STRATEGY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3,00,000 for 30 days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39319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280160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6002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 yrs, metros + Tier-2. Interests: Marvel, DC, anime, Netflix, cricket. Lookalike 1-3% of buyers, plus 30-day site visitors and cart abandoners.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423160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7432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for the first 7 days, then Cost Cap near Rs 315 CPA after 50+ conversions. YouTube: maximize conversions.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3566160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38862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950 orders and Rs 10.4L revenue on Rs 3L spend: ROAS 3.5x (assumes Rs 1,100 order value).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FORECAST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 in 30 days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engagement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 (from ~1%)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UGC 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= Revenue / Ad spend = Rs 10.4L / Rs 3L = about 3.5x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37760" y="1234440"/>
          <a:ext cx="37490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+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Fandom beats discounts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merch plus identity-led content builds love that offers cannot buy.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lowers CAC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Fan-made content lifts trust and engagement while reducing paid dependence.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profit, not vanity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ROAS, CPA and repeat rate, not followers, to fix the 38% profit dip.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Souled Store already has scale (Rs 492 Cr, 2.1M followers). The next win is turning followers into a fandom community that buys again.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1772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Inc42, Indian Retailer, Tracxn, HypeAuditor. Social, price and forecast figures are approximate or assumed.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Souled Store - Digital Marketing Case Study</dc:title>
  <dc:subject>PptxGenJS Presentation</dc:subject>
  <dc:creator>PptxGenJS</dc:creator>
  <cp:lastModifiedBy>PptxGenJS</cp:lastModifiedBy>
  <cp:revision>1</cp:revision>
  <dcterms:created xsi:type="dcterms:W3CDTF">2026-09-21T10:47:55Z</dcterms:created>
  <dcterms:modified xsi:type="dcterms:W3CDTF">2026-09-21T10:47:55Z</dcterms:modified>
</cp:coreProperties>
</file>